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  <p:sldId id="259" r:id="RelId2"/>
    <p:sldId id="260" r:id="Rel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Relationship Type="http://schemas.openxmlformats.org/officeDocument/2006/relationships/slide" Target="/ppt/slides/slide4.xml" Id="RelId2" /><Relationship Type="http://schemas.openxmlformats.org/officeDocument/2006/relationships/slide" Target="/ppt/slides/slide5.xml" Id="RelId3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lineChart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barChart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barChart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columnChart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barChart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columnChart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lineChart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barChart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columnChart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kpi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kpi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lineChart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kpi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fa09dbb8-b10d-497a-9c0d-ead27bfa9efb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583471d4af2843be" /><Relationship Type="http://schemas.openxmlformats.org/officeDocument/2006/relationships/slideLayout" Target="/ppt/slideLayouts/slideLayout8.xml" Id="R03b871d839b1419d" /><Relationship Type="http://schemas.openxmlformats.org/officeDocument/2006/relationships/hyperlink" Target="https://app.powerbi.com/groups/me/reports/fa09dbb8-b10d-497a-9c0d-ead27bfa9efb/?pbi_source=PowerPoint" TargetMode="External" Id="RelId0" /><Relationship Type="http://schemas.openxmlformats.org/officeDocument/2006/relationships/image" Target="/ppt/media/image4.png" Id="imgId1306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96d98e23d24e469b" /><Relationship Type="http://schemas.openxmlformats.org/officeDocument/2006/relationships/slideLayout" Target="/ppt/slideLayouts/slideLayout8.xml" Id="R237336972b554a73" /><Relationship Type="http://schemas.openxmlformats.org/officeDocument/2006/relationships/hyperlink" Target="https://app.powerbi.com/groups/me/reports/fa09dbb8-b10d-497a-9c0d-ead27bfa9efb/?pbi_source=PowerPoint" TargetMode="External" Id="RelId1" /><Relationship Type="http://schemas.openxmlformats.org/officeDocument/2006/relationships/image" Target="/ppt/media/image5.png" Id="imgId1306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b945871db4ee4906" /><Relationship Type="http://schemas.openxmlformats.org/officeDocument/2006/relationships/slideLayout" Target="/ppt/slideLayouts/slideLayout8.xml" Id="Rf5e7e5ff54934484" /><Relationship Type="http://schemas.openxmlformats.org/officeDocument/2006/relationships/hyperlink" Target="https://app.powerbi.com/groups/me/reports/fa09dbb8-b10d-497a-9c0d-ead27bfa9efb/?pbi_source=PowerPoint" TargetMode="External" Id="RelId2" /><Relationship Type="http://schemas.openxmlformats.org/officeDocument/2006/relationships/image" Target="/ppt/media/image6.png" Id="imgId1306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notesSlide" Target="/ppt/notesSlides/notesSlide4.xml" Id="Rc7047a905bc54a4f" /><Relationship Type="http://schemas.openxmlformats.org/officeDocument/2006/relationships/slideLayout" Target="/ppt/slideLayouts/slideLayout8.xml" Id="R4ab938924d9a45e1" /><Relationship Type="http://schemas.openxmlformats.org/officeDocument/2006/relationships/hyperlink" Target="https://app.powerbi.com/groups/me/reports/fa09dbb8-b10d-497a-9c0d-ead27bfa9efb/?pbi_source=PowerPoint" TargetMode="External" Id="RelId3" /><Relationship Type="http://schemas.openxmlformats.org/officeDocument/2006/relationships/image" Target="/ppt/media/image7.png" Id="imgId130623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BusinessPerformance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10/09/2026 10:28:42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10/09/2026 10:24:28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slicer ,lineChart ,cardVisual ,slicer ,slicer ,barChart ,barChart ,columnChart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3062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7625" y="0"/>
            <a:ext cx="1207770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Executive Overview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barChart ,columnChart ,cardVisual ,lineChart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3062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7625" y="0"/>
            <a:ext cx="1207770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Sales Analysis</a:t>
            </a:r>
          </a:p>
        </p:txBody>
      </p:sp>
    </p:spTree>
    <p:clrMapOvr>
      <a:masterClrMapping xmlns:a="http://schemas.openxmlformats.org/drawingml/2006/main"/>
    </p:clrMapOvr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barChart ,columnChart. Please refer to the notes on this slide for details">
            <a:hlinkClick xmlns:r="http://schemas.openxmlformats.org/officeDocument/2006/relationships" xmlns:a="http://schemas.openxmlformats.org/drawingml/2006/main" r:id="RelId2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3062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7625" y="0"/>
            <a:ext cx="1207770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Profitability Analysis</a:t>
            </a:r>
          </a:p>
        </p:txBody>
      </p:sp>
    </p:spTree>
    <p:clrMapOvr>
      <a:masterClrMapping xmlns:a="http://schemas.openxmlformats.org/drawingml/2006/main"/>
    </p:clrMapOvr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kpi ,kpi ,actionButton ,lineChart ,kpi. Please refer to the notes on this slide for details">
            <a:hlinkClick xmlns:r="http://schemas.openxmlformats.org/officeDocument/2006/relationships" xmlns:a="http://schemas.openxmlformats.org/drawingml/2006/main" r:id="RelId3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3062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7625" y="0"/>
            <a:ext cx="1207770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Details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